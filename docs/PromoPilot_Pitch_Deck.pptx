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PromoPilot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Autonomous Promotion Planner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Electronics Retail | Agentic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Turn retail signals into explainable, constraint-safe promotions.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Promotion planning is a multi-variable decision problem.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Inventory pressure and aging stock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Competitor price changes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Customer price sensitivity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Demand events / holidays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Margin and marketing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Manual planning makes trade-offs slow, inconsistent and difficult to simulate.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PromoPilot orchestrates a promotion-planning loop: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Data → Select → Strategize → Simulate → Validate → Re-plan →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The system is designed to make decisions, not just generate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Agentic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Signal agents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Inventory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Competitor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Customer / geography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Product relationships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Decision agents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Promotion Planner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Simulation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Constraint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Failed candidates return to the planner for re-planning.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we demonstrate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9 retail capabilities: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1 Product selection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2 Promotion mechanism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3 Discount optimization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4 Cannibalization awareness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5 Product relationships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6 Inventory constraints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7 Geographic customization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8 Competitor awareness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9 Pre-launch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The MVP covers the full decision chain with measurable outputs.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Example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Motorola Edge 60 256GB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Promotion: Direct Discount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Discount: 5% | Duration: 14 days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Target: segment selected from customer signals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Constraint status: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Why: excess inventory + aging inventory + market opportunity.</a:t>
            </a:r>
            <a:br/>
            <a:r>
              <a:t>Simulation estimates units, revenue and margin before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Trust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LLM/agent reasoning is separated from trusted calculations.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Python handles: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margin math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inventory calculations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discount candidates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simulation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hard constraints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Agent handles: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strategy reasoning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explanations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re-planning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This architecture reduces hallucination risk and makes decisions auditable.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E1E6F0"/>
                </a:solidFill>
              </a:defRPr>
            </a:pPr>
            <a:r>
              <a:t>MVP today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Working planner + dashboard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Synthetic retail data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Simulation + constraint validation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Next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Live data connectors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Learned demand elasticity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Rich cannibalization model</a:t>
            </a:r>
          </a:p>
          <a:p>
            <a:pPr>
              <a:spcAft>
                <a:spcPts val="1000"/>
              </a:spcAft>
              <a:defRPr sz="1800">
                <a:solidFill>
                  <a:srgbClr val="E1E6F0"/>
                </a:solidFill>
              </a:defRPr>
            </a:pPr>
            <a:r>
              <a:t>• Human approval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FC3"/>
                </a:solidFill>
              </a:defRPr>
            </a:pPr>
            <a:r>
              <a:t>Outcome: faster, safer and more explainable promotion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28C9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